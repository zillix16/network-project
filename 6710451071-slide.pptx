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6385" y="-282786"/>
            <a:ext cx="14391979" cy="575097"/>
            <a:chOff x="0" y="0"/>
            <a:chExt cx="5250233" cy="209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90364" y="-282786"/>
            <a:ext cx="4181180" cy="575097"/>
            <a:chOff x="0" y="0"/>
            <a:chExt cx="1525306" cy="209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name="AutoShape 10" id="10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cap="flat" w="9525">
            <a:solidFill>
              <a:srgbClr val="2083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44692" y="4441931"/>
            <a:ext cx="15398617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600">
                <a:solidFill>
                  <a:srgbClr val="2083C4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APPLICATION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6385" y="-282786"/>
            <a:ext cx="14391979" cy="575097"/>
            <a:chOff x="0" y="0"/>
            <a:chExt cx="5250233" cy="209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90364" y="-282786"/>
            <a:ext cx="4181180" cy="575097"/>
            <a:chOff x="0" y="0"/>
            <a:chExt cx="1525306" cy="209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name="AutoShape 10" id="10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cap="flat" w="9525">
            <a:solidFill>
              <a:srgbClr val="2083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56519" y="1422881"/>
            <a:ext cx="10689788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Network Calculator 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8940" y="3197869"/>
            <a:ext cx="12527834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ลักษณะการทำงาน: สถาปัตยกรรมแบบ Client-Server ทำงานแบบ ถามมา ตอบไป(Request-Response)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8940" y="6355768"/>
            <a:ext cx="50038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Model: </a:t>
            </a:r>
            <a:r>
              <a:rPr lang="en-US" sz="4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TCP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5475" y="5148293"/>
            <a:ext cx="4333399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Transport Layer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6385" y="-282786"/>
            <a:ext cx="14391979" cy="575097"/>
            <a:chOff x="0" y="0"/>
            <a:chExt cx="5250233" cy="209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90364" y="-282786"/>
            <a:ext cx="4181180" cy="575097"/>
            <a:chOff x="0" y="0"/>
            <a:chExt cx="1525306" cy="209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name="AutoShape 10" id="10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cap="flat" w="9525">
            <a:solidFill>
              <a:srgbClr val="2083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700674" y="4352925"/>
            <a:ext cx="12886652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6000" spc="600">
                <a:solidFill>
                  <a:srgbClr val="2083C4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APPLICATION-LAYER PROTOCOL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6385" y="-282786"/>
            <a:ext cx="14391979" cy="575097"/>
            <a:chOff x="0" y="0"/>
            <a:chExt cx="5250233" cy="209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90364" y="-282786"/>
            <a:ext cx="4181180" cy="575097"/>
            <a:chOff x="0" y="0"/>
            <a:chExt cx="1525306" cy="209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name="AutoShape 10" id="10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cap="flat" w="9525">
            <a:solidFill>
              <a:srgbClr val="2083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75475" y="1646218"/>
            <a:ext cx="1316837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LCP (Lightweight Calculation Protocol)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5475" y="3207394"/>
            <a:ext cx="1385124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Request Message: &lt;COMMAND&gt; &lt;NUM1&gt; &lt;NUM2&gt;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5475" y="4194314"/>
            <a:ext cx="1849240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Response Message: &lt;Status_Code&gt; &lt;Status_Phrase&gt; | &lt;Result&gt;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72085" y="6054090"/>
            <a:ext cx="1254383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200 OK: รับคำสั่งและประมวลผลสำเร็จ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400 Bad Request: รูปแบบคำสั่งผิดพลาด หรือใส่พารามิเตอร์ไม่ครบ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403 Forbidden: ข้อผิดพลาดทางคณิตศาสตร์ (เช่น การหารด้วย 0)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406 Not Acceptable: ข้อมูลที่ส่งมาไม่ใช่ตัวเลข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5475" y="5000625"/>
            <a:ext cx="4019550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code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6385" y="-282786"/>
            <a:ext cx="14391979" cy="575097"/>
            <a:chOff x="0" y="0"/>
            <a:chExt cx="5250233" cy="209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90364" y="-282786"/>
            <a:ext cx="4181180" cy="575097"/>
            <a:chOff x="0" y="0"/>
            <a:chExt cx="1525306" cy="209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290364" y="9994689"/>
            <a:ext cx="14391979" cy="575097"/>
            <a:chOff x="0" y="0"/>
            <a:chExt cx="5250233" cy="209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0233" cy="209797"/>
            </a:xfrm>
            <a:custGeom>
              <a:avLst/>
              <a:gdLst/>
              <a:ahLst/>
              <a:cxnLst/>
              <a:rect r="r" b="b" t="t" l="l"/>
              <a:pathLst>
                <a:path h="209797" w="5250233">
                  <a:moveTo>
                    <a:pt x="0" y="0"/>
                  </a:moveTo>
                  <a:lnTo>
                    <a:pt x="5250233" y="0"/>
                  </a:lnTo>
                  <a:lnTo>
                    <a:pt x="5250233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62DBDF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4397185" y="9994689"/>
            <a:ext cx="4181180" cy="575097"/>
            <a:chOff x="0" y="0"/>
            <a:chExt cx="1525306" cy="209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306" cy="209797"/>
            </a:xfrm>
            <a:custGeom>
              <a:avLst/>
              <a:gdLst/>
              <a:ahLst/>
              <a:cxnLst/>
              <a:rect r="r" b="b" t="t" l="l"/>
              <a:pathLst>
                <a:path h="209797" w="1525306">
                  <a:moveTo>
                    <a:pt x="0" y="0"/>
                  </a:moveTo>
                  <a:lnTo>
                    <a:pt x="1525306" y="0"/>
                  </a:lnTo>
                  <a:lnTo>
                    <a:pt x="1525306" y="209797"/>
                  </a:lnTo>
                  <a:lnTo>
                    <a:pt x="0" y="209797"/>
                  </a:lnTo>
                  <a:close/>
                </a:path>
              </a:pathLst>
            </a:custGeom>
            <a:solidFill>
              <a:srgbClr val="2083C4"/>
            </a:solidFill>
          </p:spPr>
        </p:sp>
      </p:grpSp>
      <p:sp>
        <p:nvSpPr>
          <p:cNvPr name="AutoShape 10" id="10"/>
          <p:cNvSpPr/>
          <p:nvPr/>
        </p:nvSpPr>
        <p:spPr>
          <a:xfrm rot="-23312">
            <a:off x="7388250" y="9422606"/>
            <a:ext cx="3511501" cy="0"/>
          </a:xfrm>
          <a:prstGeom prst="line">
            <a:avLst/>
          </a:prstGeom>
          <a:ln cap="flat" w="9525">
            <a:solidFill>
              <a:srgbClr val="2083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800225" y="4724952"/>
            <a:ext cx="6234925" cy="2954102"/>
          </a:xfrm>
          <a:custGeom>
            <a:avLst/>
            <a:gdLst/>
            <a:ahLst/>
            <a:cxnLst/>
            <a:rect r="r" b="b" t="t" l="l"/>
            <a:pathLst>
              <a:path h="2954102" w="6234925">
                <a:moveTo>
                  <a:pt x="0" y="0"/>
                </a:moveTo>
                <a:lnTo>
                  <a:pt x="6234926" y="0"/>
                </a:lnTo>
                <a:lnTo>
                  <a:pt x="6234926" y="2954102"/>
                </a:lnTo>
                <a:lnTo>
                  <a:pt x="0" y="295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33966" y="4852791"/>
            <a:ext cx="7187391" cy="2698424"/>
          </a:xfrm>
          <a:custGeom>
            <a:avLst/>
            <a:gdLst/>
            <a:ahLst/>
            <a:cxnLst/>
            <a:rect r="r" b="b" t="t" l="l"/>
            <a:pathLst>
              <a:path h="2698424" w="7187391">
                <a:moveTo>
                  <a:pt x="0" y="0"/>
                </a:moveTo>
                <a:lnTo>
                  <a:pt x="7187391" y="0"/>
                </a:lnTo>
                <a:lnTo>
                  <a:pt x="7187391" y="2698424"/>
                </a:lnTo>
                <a:lnTo>
                  <a:pt x="0" y="2698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75475" y="1550524"/>
            <a:ext cx="13168377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LCP BETTER THAN HTTP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5475" y="2915837"/>
            <a:ext cx="1547443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Lcp มีขนาดข้อความ request และ reponse ต่ำกว่า HTTP มาก ทำให้ประหยัด Bandwith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5475" y="8803005"/>
            <a:ext cx="1491698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อิงตามมาตรฐานการเข้ารหัสแบบ ASCII (ซึ่งใช้ใน HTTP Header) ตัวอักษร 1 ตัว ,สัญลักษณ์ ,ช่องว่าง จะมีค่าเท่ากับ 1 Bytes 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DAHTqL5O9tk</dc:identifier>
  <dcterms:modified xsi:type="dcterms:W3CDTF">2011-08-01T06:04:30Z</dcterms:modified>
  <cp:revision>1</cp:revision>
  <dc:title>the internet</dc:title>
</cp:coreProperties>
</file>